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1" r:id="rId16"/>
    <p:sldId id="271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12FCC-F56D-4E1A-91A6-6CD119B818C3}" v="59" dt="2025-05-07T22:16:54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83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awson" userId="a35d76dbc266a731" providerId="LiveId" clId="{31C12FCC-F56D-4E1A-91A6-6CD119B818C3}"/>
    <pc:docChg chg="undo custSel addSld modSld">
      <pc:chgData name="Alex Lawson" userId="a35d76dbc266a731" providerId="LiveId" clId="{31C12FCC-F56D-4E1A-91A6-6CD119B818C3}" dt="2025-05-09T16:40:28.388" v="1645" actId="1076"/>
      <pc:docMkLst>
        <pc:docMk/>
      </pc:docMkLst>
      <pc:sldChg chg="modSp mod">
        <pc:chgData name="Alex Lawson" userId="a35d76dbc266a731" providerId="LiveId" clId="{31C12FCC-F56D-4E1A-91A6-6CD119B818C3}" dt="2025-05-02T17:09:07.083" v="1567" actId="790"/>
        <pc:sldMkLst>
          <pc:docMk/>
          <pc:sldMk cId="0" sldId="256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56"/>
            <ac:spMk id="86" creationId="{00000000-0000-0000-0000-000000000000}"/>
          </ac:spMkLst>
        </pc:spChg>
      </pc:sldChg>
      <pc:sldChg chg="modSp mod">
        <pc:chgData name="Alex Lawson" userId="a35d76dbc266a731" providerId="LiveId" clId="{31C12FCC-F56D-4E1A-91A6-6CD119B818C3}" dt="2025-05-02T17:09:07.083" v="1567" actId="790"/>
        <pc:sldMkLst>
          <pc:docMk/>
          <pc:sldMk cId="0" sldId="257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57"/>
            <ac:spMk id="92" creationId="{00000000-0000-0000-0000-000000000000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57"/>
            <ac:spMk id="93" creationId="{00000000-0000-0000-0000-000000000000}"/>
          </ac:spMkLst>
        </pc:spChg>
      </pc:sldChg>
      <pc:sldChg chg="modSp mod">
        <pc:chgData name="Alex Lawson" userId="a35d76dbc266a731" providerId="LiveId" clId="{31C12FCC-F56D-4E1A-91A6-6CD119B818C3}" dt="2025-05-02T17:09:07.083" v="1567" actId="790"/>
        <pc:sldMkLst>
          <pc:docMk/>
          <pc:sldMk cId="0" sldId="258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58"/>
            <ac:spMk id="98" creationId="{00000000-0000-0000-0000-000000000000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58"/>
            <ac:spMk id="99" creationId="{00000000-0000-0000-0000-000000000000}"/>
          </ac:spMkLst>
        </pc:spChg>
      </pc:sldChg>
      <pc:sldChg chg="addSp modSp mod modNotes">
        <pc:chgData name="Alex Lawson" userId="a35d76dbc266a731" providerId="LiveId" clId="{31C12FCC-F56D-4E1A-91A6-6CD119B818C3}" dt="2025-05-02T17:09:07.083" v="1567" actId="790"/>
        <pc:sldMkLst>
          <pc:docMk/>
          <pc:sldMk cId="0" sldId="259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59"/>
            <ac:spMk id="104" creationId="{00000000-0000-0000-0000-000000000000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59"/>
            <ac:spMk id="105" creationId="{00000000-0000-0000-0000-000000000000}"/>
          </ac:spMkLst>
        </pc:spChg>
        <pc:picChg chg="add mod">
          <ac:chgData name="Alex Lawson" userId="a35d76dbc266a731" providerId="LiveId" clId="{31C12FCC-F56D-4E1A-91A6-6CD119B818C3}" dt="2025-04-25T15:48:59.708" v="603" actId="1076"/>
          <ac:picMkLst>
            <pc:docMk/>
            <pc:sldMk cId="0" sldId="259"/>
            <ac:picMk id="3" creationId="{7B462126-2CA3-24CD-9FAD-2FDA5570A495}"/>
          </ac:picMkLst>
        </pc:picChg>
        <pc:picChg chg="add mod">
          <ac:chgData name="Alex Lawson" userId="a35d76dbc266a731" providerId="LiveId" clId="{31C12FCC-F56D-4E1A-91A6-6CD119B818C3}" dt="2025-04-25T15:49:02.307" v="604" actId="1076"/>
          <ac:picMkLst>
            <pc:docMk/>
            <pc:sldMk cId="0" sldId="259"/>
            <ac:picMk id="5" creationId="{C2D7954F-CED5-E7F5-E42B-C6DCAF67F451}"/>
          </ac:picMkLst>
        </pc:picChg>
      </pc:sldChg>
      <pc:sldChg chg="addSp delSp modSp mod modNotes">
        <pc:chgData name="Alex Lawson" userId="a35d76dbc266a731" providerId="LiveId" clId="{31C12FCC-F56D-4E1A-91A6-6CD119B818C3}" dt="2025-05-02T17:09:07.083" v="1567" actId="790"/>
        <pc:sldMkLst>
          <pc:docMk/>
          <pc:sldMk cId="0" sldId="260"/>
        </pc:sldMkLst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0" sldId="260"/>
            <ac:spMk id="2" creationId="{52B3D1CB-A2AC-4030-290B-FE09C8CA0A03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0" sldId="260"/>
            <ac:spMk id="6" creationId="{9696CBF1-73C4-B3AF-FA00-6CDB90BEC506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60"/>
            <ac:spMk id="111" creationId="{00000000-0000-0000-0000-000000000000}"/>
          </ac:spMkLst>
        </pc:spChg>
        <pc:picChg chg="add mod">
          <ac:chgData name="Alex Lawson" userId="a35d76dbc266a731" providerId="LiveId" clId="{31C12FCC-F56D-4E1A-91A6-6CD119B818C3}" dt="2025-05-02T16:35:17.199" v="1403" actId="1076"/>
          <ac:picMkLst>
            <pc:docMk/>
            <pc:sldMk cId="0" sldId="260"/>
            <ac:picMk id="3" creationId="{D189880F-ECC1-33F5-FE2D-A93594AA847B}"/>
          </ac:picMkLst>
        </pc:picChg>
        <pc:picChg chg="add mod">
          <ac:chgData name="Alex Lawson" userId="a35d76dbc266a731" providerId="LiveId" clId="{31C12FCC-F56D-4E1A-91A6-6CD119B818C3}" dt="2025-05-02T16:47:30.945" v="1434" actId="1076"/>
          <ac:picMkLst>
            <pc:docMk/>
            <pc:sldMk cId="0" sldId="260"/>
            <ac:picMk id="7" creationId="{160839F7-EAD0-2DA5-7B53-E158772D31CF}"/>
          </ac:picMkLst>
        </pc:picChg>
      </pc:sldChg>
      <pc:sldChg chg="addSp delSp modSp mod modNotes">
        <pc:chgData name="Alex Lawson" userId="a35d76dbc266a731" providerId="LiveId" clId="{31C12FCC-F56D-4E1A-91A6-6CD119B818C3}" dt="2025-05-07T18:28:55.169" v="1600" actId="313"/>
        <pc:sldMkLst>
          <pc:docMk/>
          <pc:sldMk cId="0" sldId="261"/>
        </pc:sldMkLst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0" sldId="261"/>
            <ac:spMk id="4" creationId="{1E3A092A-4F96-9613-A715-CB25B05A0CBC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0" sldId="261"/>
            <ac:spMk id="11" creationId="{FA380761-460F-8BE5-1529-20B5D951947A}"/>
          </ac:spMkLst>
        </pc:spChg>
        <pc:spChg chg="add mod">
          <ac:chgData name="Alex Lawson" userId="a35d76dbc266a731" providerId="LiveId" clId="{31C12FCC-F56D-4E1A-91A6-6CD119B818C3}" dt="2025-05-07T18:28:55.169" v="1600" actId="313"/>
          <ac:spMkLst>
            <pc:docMk/>
            <pc:sldMk cId="0" sldId="261"/>
            <ac:spMk id="18" creationId="{7C2392AC-3610-E37B-36F2-89074701D967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0" sldId="261"/>
            <ac:spMk id="116" creationId="{00000000-0000-0000-0000-000000000000}"/>
          </ac:spMkLst>
        </pc:spChg>
        <pc:picChg chg="add mod">
          <ac:chgData name="Alex Lawson" userId="a35d76dbc266a731" providerId="LiveId" clId="{31C12FCC-F56D-4E1A-91A6-6CD119B818C3}" dt="2025-05-02T16:24:34.409" v="1329" actId="1076"/>
          <ac:picMkLst>
            <pc:docMk/>
            <pc:sldMk cId="0" sldId="261"/>
            <ac:picMk id="3" creationId="{974C9F96-A578-A7C2-4FFD-939FB7A1FC41}"/>
          </ac:picMkLst>
        </pc:picChg>
        <pc:picChg chg="add mod">
          <ac:chgData name="Alex Lawson" userId="a35d76dbc266a731" providerId="LiveId" clId="{31C12FCC-F56D-4E1A-91A6-6CD119B818C3}" dt="2025-05-02T15:55:18.576" v="1237" actId="1076"/>
          <ac:picMkLst>
            <pc:docMk/>
            <pc:sldMk cId="0" sldId="261"/>
            <ac:picMk id="6" creationId="{B88370D3-857A-5178-DA12-4F463929C308}"/>
          </ac:picMkLst>
        </pc:picChg>
        <pc:picChg chg="add mod">
          <ac:chgData name="Alex Lawson" userId="a35d76dbc266a731" providerId="LiveId" clId="{31C12FCC-F56D-4E1A-91A6-6CD119B818C3}" dt="2025-05-02T15:55:20.512" v="1238" actId="1076"/>
          <ac:picMkLst>
            <pc:docMk/>
            <pc:sldMk cId="0" sldId="261"/>
            <ac:picMk id="8" creationId="{E3F3C95C-D30C-2B70-B0F8-C4C827391AFC}"/>
          </ac:picMkLst>
        </pc:picChg>
        <pc:picChg chg="add mod">
          <ac:chgData name="Alex Lawson" userId="a35d76dbc266a731" providerId="LiveId" clId="{31C12FCC-F56D-4E1A-91A6-6CD119B818C3}" dt="2025-05-02T15:56:48.307" v="1297" actId="1076"/>
          <ac:picMkLst>
            <pc:docMk/>
            <pc:sldMk cId="0" sldId="261"/>
            <ac:picMk id="10" creationId="{46BA844C-8039-40D5-5C64-6AA67288337B}"/>
          </ac:picMkLst>
        </pc:picChg>
        <pc:picChg chg="add mod">
          <ac:chgData name="Alex Lawson" userId="a35d76dbc266a731" providerId="LiveId" clId="{31C12FCC-F56D-4E1A-91A6-6CD119B818C3}" dt="2025-05-02T16:17:28.796" v="1305" actId="1076"/>
          <ac:picMkLst>
            <pc:docMk/>
            <pc:sldMk cId="0" sldId="261"/>
            <ac:picMk id="13" creationId="{6ABEE070-77F4-0F9E-D363-AF0615134A29}"/>
          </ac:picMkLst>
        </pc:picChg>
        <pc:picChg chg="add mod">
          <ac:chgData name="Alex Lawson" userId="a35d76dbc266a731" providerId="LiveId" clId="{31C12FCC-F56D-4E1A-91A6-6CD119B818C3}" dt="2025-05-02T16:22:20.104" v="1315" actId="1076"/>
          <ac:picMkLst>
            <pc:docMk/>
            <pc:sldMk cId="0" sldId="261"/>
            <ac:picMk id="15" creationId="{9309F06F-6D69-5598-A379-899917E4E1C5}"/>
          </ac:picMkLst>
        </pc:picChg>
        <pc:picChg chg="add mod">
          <ac:chgData name="Alex Lawson" userId="a35d76dbc266a731" providerId="LiveId" clId="{31C12FCC-F56D-4E1A-91A6-6CD119B818C3}" dt="2025-05-02T17:14:37.469" v="1587" actId="1076"/>
          <ac:picMkLst>
            <pc:docMk/>
            <pc:sldMk cId="0" sldId="261"/>
            <ac:picMk id="17" creationId="{B46B45B3-9B79-8BBE-26E8-177CB1457B02}"/>
          </ac:picMkLst>
        </pc:picChg>
      </pc:sldChg>
      <pc:sldChg chg="modSp new mod">
        <pc:chgData name="Alex Lawson" userId="a35d76dbc266a731" providerId="LiveId" clId="{31C12FCC-F56D-4E1A-91A6-6CD119B818C3}" dt="2025-05-02T17:09:07.083" v="1567" actId="790"/>
        <pc:sldMkLst>
          <pc:docMk/>
          <pc:sldMk cId="1028433974" sldId="262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1028433974" sldId="262"/>
            <ac:spMk id="2" creationId="{9645B408-B788-59A9-1FEC-226CE9CB6DEA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1028433974" sldId="262"/>
            <ac:spMk id="3" creationId="{677D47A2-B1DF-4F04-CD64-D4E3840DC46A}"/>
          </ac:spMkLst>
        </pc:spChg>
      </pc:sldChg>
      <pc:sldChg chg="addSp delSp modSp new mod">
        <pc:chgData name="Alex Lawson" userId="a35d76dbc266a731" providerId="LiveId" clId="{31C12FCC-F56D-4E1A-91A6-6CD119B818C3}" dt="2025-05-02T17:09:07.083" v="1567" actId="790"/>
        <pc:sldMkLst>
          <pc:docMk/>
          <pc:sldMk cId="3853007245" sldId="263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3853007245" sldId="263"/>
            <ac:spMk id="2" creationId="{FDA49470-69B9-4A44-E77F-74583EC48F3F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3853007245" sldId="263"/>
            <ac:spMk id="4" creationId="{EF69E8A3-0DBD-6434-AC7F-D3A64127FE1B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3853007245" sldId="263"/>
            <ac:spMk id="6" creationId="{FD498BD0-1ADF-04E6-5E6D-38509203DB39}"/>
          </ac:spMkLst>
        </pc:spChg>
        <pc:picChg chg="add mod">
          <ac:chgData name="Alex Lawson" userId="a35d76dbc266a731" providerId="LiveId" clId="{31C12FCC-F56D-4E1A-91A6-6CD119B818C3}" dt="2025-04-25T22:55:18.297" v="677" actId="1076"/>
          <ac:picMkLst>
            <pc:docMk/>
            <pc:sldMk cId="3853007245" sldId="263"/>
            <ac:picMk id="5" creationId="{15256B00-4958-75DE-05B7-85F5E63D9AAC}"/>
          </ac:picMkLst>
        </pc:picChg>
        <pc:picChg chg="add mod">
          <ac:chgData name="Alex Lawson" userId="a35d76dbc266a731" providerId="LiveId" clId="{31C12FCC-F56D-4E1A-91A6-6CD119B818C3}" dt="2025-04-30T22:33:32.574" v="814" actId="1076"/>
          <ac:picMkLst>
            <pc:docMk/>
            <pc:sldMk cId="3853007245" sldId="263"/>
            <ac:picMk id="7" creationId="{ABB16721-5BD4-511E-D6DB-ACB30FD22AC1}"/>
          </ac:picMkLst>
        </pc:picChg>
      </pc:sldChg>
      <pc:sldChg chg="addSp delSp modSp new mod">
        <pc:chgData name="Alex Lawson" userId="a35d76dbc266a731" providerId="LiveId" clId="{31C12FCC-F56D-4E1A-91A6-6CD119B818C3}" dt="2025-05-02T17:09:07.083" v="1567" actId="790"/>
        <pc:sldMkLst>
          <pc:docMk/>
          <pc:sldMk cId="1689785448" sldId="264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1689785448" sldId="264"/>
            <ac:spMk id="2" creationId="{8A0DC760-E095-E44A-1B77-7E601CAAFC0B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1689785448" sldId="264"/>
            <ac:spMk id="4" creationId="{9E3446F2-CCFE-ED12-C2F9-05402A60DBD8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1689785448" sldId="264"/>
            <ac:spMk id="6" creationId="{B5BEFC37-2CBD-BB40-12A5-0EDCBD16813C}"/>
          </ac:spMkLst>
        </pc:spChg>
        <pc:picChg chg="add mod">
          <ac:chgData name="Alex Lawson" userId="a35d76dbc266a731" providerId="LiveId" clId="{31C12FCC-F56D-4E1A-91A6-6CD119B818C3}" dt="2025-05-02T16:52:16.906" v="1444" actId="1076"/>
          <ac:picMkLst>
            <pc:docMk/>
            <pc:sldMk cId="1689785448" sldId="264"/>
            <ac:picMk id="8" creationId="{E1D6042C-9BA8-0EE5-8178-8B2899D2F9C1}"/>
          </ac:picMkLst>
        </pc:picChg>
        <pc:picChg chg="add mod">
          <ac:chgData name="Alex Lawson" userId="a35d76dbc266a731" providerId="LiveId" clId="{31C12FCC-F56D-4E1A-91A6-6CD119B818C3}" dt="2025-05-02T16:52:57.377" v="1445" actId="1076"/>
          <ac:picMkLst>
            <pc:docMk/>
            <pc:sldMk cId="1689785448" sldId="264"/>
            <ac:picMk id="9" creationId="{FA2B37FD-3A4F-B6C7-BBD1-2C0BB9CD9A21}"/>
          </ac:picMkLst>
        </pc:picChg>
      </pc:sldChg>
      <pc:sldChg chg="addSp delSp modSp new mod">
        <pc:chgData name="Alex Lawson" userId="a35d76dbc266a731" providerId="LiveId" clId="{31C12FCC-F56D-4E1A-91A6-6CD119B818C3}" dt="2025-05-02T17:09:07.083" v="1567" actId="790"/>
        <pc:sldMkLst>
          <pc:docMk/>
          <pc:sldMk cId="4242375723" sldId="265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4242375723" sldId="265"/>
            <ac:spMk id="2" creationId="{A34E345D-6EEC-4BDF-6EEE-45B54CA3B6EB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4242375723" sldId="265"/>
            <ac:spMk id="4" creationId="{FC94AF67-3041-CAA2-60A8-B8726C58C07D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4242375723" sldId="265"/>
            <ac:spMk id="5" creationId="{66B2F7E5-3E59-2B58-6853-50B7937B1EA2}"/>
          </ac:spMkLst>
        </pc:spChg>
        <pc:picChg chg="add mod">
          <ac:chgData name="Alex Lawson" userId="a35d76dbc266a731" providerId="LiveId" clId="{31C12FCC-F56D-4E1A-91A6-6CD119B818C3}" dt="2025-04-25T23:08:00.472" v="707" actId="1076"/>
          <ac:picMkLst>
            <pc:docMk/>
            <pc:sldMk cId="4242375723" sldId="265"/>
            <ac:picMk id="7" creationId="{9C0F0732-35DE-2DEC-AE76-AC8EC6BE2759}"/>
          </ac:picMkLst>
        </pc:picChg>
        <pc:picChg chg="add mod">
          <ac:chgData name="Alex Lawson" userId="a35d76dbc266a731" providerId="LiveId" clId="{31C12FCC-F56D-4E1A-91A6-6CD119B818C3}" dt="2025-04-25T23:09:05.584" v="712" actId="1076"/>
          <ac:picMkLst>
            <pc:docMk/>
            <pc:sldMk cId="4242375723" sldId="265"/>
            <ac:picMk id="9" creationId="{E902F4DE-092A-E500-68D6-5C9FA939C33D}"/>
          </ac:picMkLst>
        </pc:picChg>
      </pc:sldChg>
      <pc:sldChg chg="addSp delSp modSp new mod">
        <pc:chgData name="Alex Lawson" userId="a35d76dbc266a731" providerId="LiveId" clId="{31C12FCC-F56D-4E1A-91A6-6CD119B818C3}" dt="2025-05-02T17:09:07.083" v="1567" actId="790"/>
        <pc:sldMkLst>
          <pc:docMk/>
          <pc:sldMk cId="1376582095" sldId="266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1376582095" sldId="266"/>
            <ac:spMk id="2" creationId="{89E13D42-0B49-1DAF-32B0-DDDB11E60B0D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1376582095" sldId="266"/>
            <ac:spMk id="4" creationId="{DB0CEEEE-8B0A-4303-6D6E-78EC196CBBB4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1376582095" sldId="266"/>
            <ac:spMk id="9" creationId="{76DC69ED-D6BA-FDE7-0107-F046950806E5}"/>
          </ac:spMkLst>
        </pc:spChg>
        <pc:picChg chg="add mod">
          <ac:chgData name="Alex Lawson" userId="a35d76dbc266a731" providerId="LiveId" clId="{31C12FCC-F56D-4E1A-91A6-6CD119B818C3}" dt="2025-05-02T16:56:53.830" v="1450" actId="1076"/>
          <ac:picMkLst>
            <pc:docMk/>
            <pc:sldMk cId="1376582095" sldId="266"/>
            <ac:picMk id="11" creationId="{33B02785-D786-4134-CB41-E1783BBE9C6D}"/>
          </ac:picMkLst>
        </pc:picChg>
        <pc:picChg chg="add mod">
          <ac:chgData name="Alex Lawson" userId="a35d76dbc266a731" providerId="LiveId" clId="{31C12FCC-F56D-4E1A-91A6-6CD119B818C3}" dt="2025-05-02T16:58:13.908" v="1455" actId="1076"/>
          <ac:picMkLst>
            <pc:docMk/>
            <pc:sldMk cId="1376582095" sldId="266"/>
            <ac:picMk id="13" creationId="{2FCE6717-1596-5653-EB19-FAF2B8149B03}"/>
          </ac:picMkLst>
        </pc:picChg>
      </pc:sldChg>
      <pc:sldChg chg="addSp delSp modSp new mod">
        <pc:chgData name="Alex Lawson" userId="a35d76dbc266a731" providerId="LiveId" clId="{31C12FCC-F56D-4E1A-91A6-6CD119B818C3}" dt="2025-05-02T17:09:07.083" v="1567" actId="790"/>
        <pc:sldMkLst>
          <pc:docMk/>
          <pc:sldMk cId="533591885" sldId="267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533591885" sldId="267"/>
            <ac:spMk id="2" creationId="{4D78462E-F32E-BC07-19CD-80D69D779CE3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533591885" sldId="267"/>
            <ac:spMk id="4" creationId="{7732E1FD-94AD-B80F-AA2F-BBF33394FFF7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533591885" sldId="267"/>
            <ac:spMk id="6" creationId="{C49AE20D-0BB2-09DF-3679-2B9553E05348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533591885" sldId="267"/>
            <ac:spMk id="8" creationId="{3044C52F-49FD-7186-7C1D-6DEFD2B7B97E}"/>
          </ac:spMkLst>
        </pc:spChg>
        <pc:picChg chg="add mod">
          <ac:chgData name="Alex Lawson" userId="a35d76dbc266a731" providerId="LiveId" clId="{31C12FCC-F56D-4E1A-91A6-6CD119B818C3}" dt="2025-05-01T20:14:32.599" v="990" actId="1076"/>
          <ac:picMkLst>
            <pc:docMk/>
            <pc:sldMk cId="533591885" sldId="267"/>
            <ac:picMk id="5" creationId="{F49F1329-F11B-2883-7243-DFD490CC4860}"/>
          </ac:picMkLst>
        </pc:picChg>
        <pc:picChg chg="add mod">
          <ac:chgData name="Alex Lawson" userId="a35d76dbc266a731" providerId="LiveId" clId="{31C12FCC-F56D-4E1A-91A6-6CD119B818C3}" dt="2025-05-01T20:41:56.046" v="998" actId="1076"/>
          <ac:picMkLst>
            <pc:docMk/>
            <pc:sldMk cId="533591885" sldId="267"/>
            <ac:picMk id="7" creationId="{43124F26-A750-A873-C9FD-70D31CFFA555}"/>
          </ac:picMkLst>
        </pc:picChg>
      </pc:sldChg>
      <pc:sldChg chg="addSp delSp modSp new mod">
        <pc:chgData name="Alex Lawson" userId="a35d76dbc266a731" providerId="LiveId" clId="{31C12FCC-F56D-4E1A-91A6-6CD119B818C3}" dt="2025-05-09T16:40:28.388" v="1645" actId="1076"/>
        <pc:sldMkLst>
          <pc:docMk/>
          <pc:sldMk cId="1129643527" sldId="268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1129643527" sldId="268"/>
            <ac:spMk id="2" creationId="{3BD2FE21-40A7-7A55-B036-3F8AE4AB5BEE}"/>
          </ac:spMkLst>
        </pc:spChg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1129643527" sldId="268"/>
            <ac:spMk id="3" creationId="{C255EC61-3FDA-4B5D-5A6B-CB36ED904A6F}"/>
          </ac:spMkLst>
        </pc:spChg>
        <pc:spChg chg="add mod">
          <ac:chgData name="Alex Lawson" userId="a35d76dbc266a731" providerId="LiveId" clId="{31C12FCC-F56D-4E1A-91A6-6CD119B818C3}" dt="2025-05-09T16:40:28.388" v="1645" actId="1076"/>
          <ac:spMkLst>
            <pc:docMk/>
            <pc:sldMk cId="1129643527" sldId="268"/>
            <ac:spMk id="4" creationId="{649DFE04-5AB1-93D1-31BE-3262B0E659FB}"/>
          </ac:spMkLst>
        </pc:spChg>
        <pc:spChg chg="add del mod">
          <ac:chgData name="Alex Lawson" userId="a35d76dbc266a731" providerId="LiveId" clId="{31C12FCC-F56D-4E1A-91A6-6CD119B818C3}" dt="2025-05-07T22:13:33.773" v="1611" actId="47"/>
          <ac:spMkLst>
            <pc:docMk/>
            <pc:sldMk cId="1129643527" sldId="268"/>
            <ac:spMk id="6" creationId="{54DCC5D0-E9FD-7369-5C79-610CADFE63F2}"/>
          </ac:spMkLst>
        </pc:spChg>
        <pc:picChg chg="add del mod">
          <ac:chgData name="Alex Lawson" userId="a35d76dbc266a731" providerId="LiveId" clId="{31C12FCC-F56D-4E1A-91A6-6CD119B818C3}" dt="2025-05-07T22:13:49.826" v="1615" actId="1076"/>
          <ac:picMkLst>
            <pc:docMk/>
            <pc:sldMk cId="1129643527" sldId="268"/>
            <ac:picMk id="8" creationId="{C666B6D7-A3D6-15DE-A2CA-B830BCA644EA}"/>
          </ac:picMkLst>
        </pc:picChg>
      </pc:sldChg>
      <pc:sldChg chg="addSp delSp modSp new mod">
        <pc:chgData name="Alex Lawson" userId="a35d76dbc266a731" providerId="LiveId" clId="{31C12FCC-F56D-4E1A-91A6-6CD119B818C3}" dt="2025-05-07T22:16:57.958" v="1617"/>
        <pc:sldMkLst>
          <pc:docMk/>
          <pc:sldMk cId="4272742222" sldId="269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4272742222" sldId="269"/>
            <ac:spMk id="2" creationId="{BEE1B32B-4003-EC72-81CD-2C182DEF1ADA}"/>
          </ac:spMkLst>
        </pc:spChg>
        <pc:spChg chg="add mod">
          <ac:chgData name="Alex Lawson" userId="a35d76dbc266a731" providerId="LiveId" clId="{31C12FCC-F56D-4E1A-91A6-6CD119B818C3}" dt="2025-05-07T22:16:57.958" v="1617"/>
          <ac:spMkLst>
            <pc:docMk/>
            <pc:sldMk cId="4272742222" sldId="269"/>
            <ac:spMk id="11" creationId="{DE1FF0E3-51C5-D900-C4AE-939836F87161}"/>
          </ac:spMkLst>
        </pc:spChg>
        <pc:picChg chg="add mod">
          <ac:chgData name="Alex Lawson" userId="a35d76dbc266a731" providerId="LiveId" clId="{31C12FCC-F56D-4E1A-91A6-6CD119B818C3}" dt="2025-05-02T17:12:56.271" v="1585" actId="1076"/>
          <ac:picMkLst>
            <pc:docMk/>
            <pc:sldMk cId="4272742222" sldId="269"/>
            <ac:picMk id="8" creationId="{9083C673-C001-21B0-E478-7AA7B1D9818F}"/>
          </ac:picMkLst>
        </pc:picChg>
        <pc:picChg chg="add mod">
          <ac:chgData name="Alex Lawson" userId="a35d76dbc266a731" providerId="LiveId" clId="{31C12FCC-F56D-4E1A-91A6-6CD119B818C3}" dt="2025-05-02T17:12:58.462" v="1586" actId="1076"/>
          <ac:picMkLst>
            <pc:docMk/>
            <pc:sldMk cId="4272742222" sldId="269"/>
            <ac:picMk id="10" creationId="{39F82604-0285-1B8E-84EF-424E31B4467B}"/>
          </ac:picMkLst>
        </pc:picChg>
      </pc:sldChg>
      <pc:sldChg chg="addSp delSp modSp new mod">
        <pc:chgData name="Alex Lawson" userId="a35d76dbc266a731" providerId="LiveId" clId="{31C12FCC-F56D-4E1A-91A6-6CD119B818C3}" dt="2025-05-02T17:09:07.083" v="1567" actId="790"/>
        <pc:sldMkLst>
          <pc:docMk/>
          <pc:sldMk cId="1778595621" sldId="270"/>
        </pc:sldMkLst>
        <pc:spChg chg="mod">
          <ac:chgData name="Alex Lawson" userId="a35d76dbc266a731" providerId="LiveId" clId="{31C12FCC-F56D-4E1A-91A6-6CD119B818C3}" dt="2025-05-02T17:09:07.083" v="1567" actId="790"/>
          <ac:spMkLst>
            <pc:docMk/>
            <pc:sldMk cId="1778595621" sldId="270"/>
            <ac:spMk id="2" creationId="{0A4A1B2F-EEE8-86A1-9BC3-81498A1FCFFE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1778595621" sldId="270"/>
            <ac:spMk id="4" creationId="{2C131271-51EC-A02C-AD4A-0DF17EA76451}"/>
          </ac:spMkLst>
        </pc:spChg>
        <pc:spChg chg="add mod">
          <ac:chgData name="Alex Lawson" userId="a35d76dbc266a731" providerId="LiveId" clId="{31C12FCC-F56D-4E1A-91A6-6CD119B818C3}" dt="2025-05-02T17:09:07.083" v="1567" actId="790"/>
          <ac:spMkLst>
            <pc:docMk/>
            <pc:sldMk cId="1778595621" sldId="270"/>
            <ac:spMk id="6" creationId="{6E6D0681-20E1-2C17-112E-CA91E6B4CD03}"/>
          </ac:spMkLst>
        </pc:spChg>
        <pc:picChg chg="add mod">
          <ac:chgData name="Alex Lawson" userId="a35d76dbc266a731" providerId="LiveId" clId="{31C12FCC-F56D-4E1A-91A6-6CD119B818C3}" dt="2025-04-25T23:28:59.069" v="804" actId="1076"/>
          <ac:picMkLst>
            <pc:docMk/>
            <pc:sldMk cId="1778595621" sldId="270"/>
            <ac:picMk id="5" creationId="{5C60A9A5-4500-7580-5DF0-9F24D59C563D}"/>
          </ac:picMkLst>
        </pc:picChg>
        <pc:picChg chg="add mod">
          <ac:chgData name="Alex Lawson" userId="a35d76dbc266a731" providerId="LiveId" clId="{31C12FCC-F56D-4E1A-91A6-6CD119B818C3}" dt="2025-05-01T22:21:06.487" v="1102" actId="1076"/>
          <ac:picMkLst>
            <pc:docMk/>
            <pc:sldMk cId="1778595621" sldId="270"/>
            <ac:picMk id="7" creationId="{3C24D870-214B-23EA-071A-A516950D76F6}"/>
          </ac:picMkLst>
        </pc:picChg>
      </pc:sldChg>
      <pc:sldChg chg="modSp new mod">
        <pc:chgData name="Alex Lawson" userId="a35d76dbc266a731" providerId="LiveId" clId="{31C12FCC-F56D-4E1A-91A6-6CD119B818C3}" dt="2025-05-07T22:21:38.150" v="1618"/>
        <pc:sldMkLst>
          <pc:docMk/>
          <pc:sldMk cId="1629435718" sldId="271"/>
        </pc:sldMkLst>
        <pc:spChg chg="mod">
          <ac:chgData name="Alex Lawson" userId="a35d76dbc266a731" providerId="LiveId" clId="{31C12FCC-F56D-4E1A-91A6-6CD119B818C3}" dt="2025-05-02T17:15:36.965" v="1599" actId="20577"/>
          <ac:spMkLst>
            <pc:docMk/>
            <pc:sldMk cId="1629435718" sldId="271"/>
            <ac:spMk id="2" creationId="{C08E82F9-44AB-01F8-0DC0-D8D37145C06A}"/>
          </ac:spMkLst>
        </pc:spChg>
        <pc:spChg chg="mod">
          <ac:chgData name="Alex Lawson" userId="a35d76dbc266a731" providerId="LiveId" clId="{31C12FCC-F56D-4E1A-91A6-6CD119B818C3}" dt="2025-05-07T22:21:38.150" v="1618"/>
          <ac:spMkLst>
            <pc:docMk/>
            <pc:sldMk cId="1629435718" sldId="271"/>
            <ac:spMk id="3" creationId="{5FC22876-4204-AFD0-75A0-4F7B252E3E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251e9b6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6251e9b6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d7cebb9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d7cebb9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dd7cebb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dd7cebb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6251e9b6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6251e9b6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623400" y="2612200"/>
            <a:ext cx="85206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-FR" sz="2200" i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Titre du projet : Manipulez une base de données avec </a:t>
            </a:r>
            <a:r>
              <a:rPr lang="fr-FR" sz="2200" i="1" noProof="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Sql</a:t>
            </a:r>
            <a:r>
              <a:rPr lang="fr-FR" sz="2200" i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pour suivre la satisfaction client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-FR" sz="2200" i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Prénom : Alexander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-FR" sz="2200" i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 : Lawson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-FR" sz="2200" i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Date: 25/04/2025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" y="118550"/>
            <a:ext cx="4400550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arabicParenR"/>
            </a:pPr>
            <a:r>
              <a:rPr lang="fr-FR" sz="2940" noProof="0" dirty="0"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lang="fr-FR" sz="2520" noProof="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1758825"/>
            <a:ext cx="76887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Je prends mes fonctions de consultant Business Intelligence </a:t>
            </a:r>
            <a:r>
              <a:rPr lang="fr-FR" i="1" noProof="0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 chez </a:t>
            </a:r>
            <a:r>
              <a:rPr lang="fr-FR" i="1" noProof="0" dirty="0" err="1">
                <a:latin typeface="Montserrat"/>
                <a:ea typeface="Montserrat"/>
                <a:cs typeface="Montserrat"/>
                <a:sym typeface="Montserrat"/>
              </a:rPr>
              <a:t>BestMarket</a:t>
            </a: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, une entreprise de la grande distribution. L’entreprise souhaite utiliser les données des retours et avis de ses clients pour améliorer la qualité de son réseau de magasins.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i="1" noProof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Quelques jours à peine après mon arrivée dans l’entreprise </a:t>
            </a:r>
            <a:r>
              <a:rPr lang="fr-FR" i="1" noProof="0" dirty="0" err="1">
                <a:latin typeface="Montserrat"/>
                <a:ea typeface="Montserrat"/>
                <a:cs typeface="Montserrat"/>
                <a:sym typeface="Montserrat"/>
              </a:rPr>
              <a:t>BestMarket</a:t>
            </a: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, je suis convié à une réunion de lancement pour le tout nouveau projet stratégique initié par la direction, le projet “RetailInsight360”.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i="1" noProof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La réunion est animée par Mélanie, lead data </a:t>
            </a:r>
            <a:r>
              <a:rPr lang="fr-FR" i="1" noProof="0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, et se déroule en présence d’Olivier, responsable du service client.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i="1" noProof="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5B408-B788-59A9-1FEC-226CE9CB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Expression du besoin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7D47A2-B1DF-4F04-CD64-D4E3840DC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Calculer les indicateurs suivants :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Nombre de retour clients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Liste des notes clients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Moyenne pour chaque catégorie de produit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Magasins avec les meilleures notes moyennes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Magasins qui ont plus de 12 feedbacks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Classement des départements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Typologie du produit qui apporte le meilleur service après-vente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Note moyenne sur les boissons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Classement des jours de la semaine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              Mois avec le plus de retours clients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Pourcentage de recommandations client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Magasins qui ont une note inférieure à la moyenne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Typologie produits améliorant leur moyenne</a:t>
            </a:r>
          </a:p>
          <a:p>
            <a:r>
              <a:rPr lang="fr-FR" noProof="0" dirty="0">
                <a:latin typeface="Montserrat" panose="00000500000000000000" pitchFamily="2" charset="0"/>
              </a:rPr>
              <a:t>-	NPS</a:t>
            </a:r>
          </a:p>
        </p:txBody>
      </p:sp>
    </p:spTree>
    <p:extLst>
      <p:ext uri="{BB962C8B-B14F-4D97-AF65-F5344CB8AC3E}">
        <p14:creationId xmlns:p14="http://schemas.microsoft.com/office/powerpoint/2010/main" val="102843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940" noProof="0" dirty="0">
                <a:latin typeface="Montserrat"/>
                <a:ea typeface="Montserrat"/>
                <a:cs typeface="Montserrat"/>
                <a:sym typeface="Montserrat"/>
              </a:rPr>
              <a:t>2)  Sauvegarde et stockage de la BDD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lang="fr-FR" sz="2520" noProof="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50" y="1758825"/>
            <a:ext cx="76887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Sauvegarde régulière : Effectuer des sauvegardes automatiques fréquentes des résultats des requêtes afin de les garder à jour.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Test de restauration : Vérification régulière de la restauration des sauvegardes pour assurer leur fiabilité.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Utilisation de formats adaptés :Privilégiez des types de données compacts VARCHAR plutôt que TEXT avec une limite de taille de données définie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Authentification renforcée : Serveur stocké localement et utilisation de mots de passe forts pour protéger le serveur et la base de données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650" y="617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-FR" sz="3300" noProof="0" dirty="0">
                <a:latin typeface="Montserrat"/>
                <a:ea typeface="Montserrat"/>
                <a:cs typeface="Montserrat"/>
                <a:sym typeface="Montserrat"/>
              </a:rPr>
              <a:t>3)  Méthodologie suivie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1437850"/>
            <a:ext cx="2629835" cy="29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noProof="0" dirty="0"/>
              <a:t>Actualisation du schéma relationnel et du dictionnaire de données en ajoutant la table magasin </a:t>
            </a:r>
          </a:p>
        </p:txBody>
      </p:sp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7B462126-2CA3-24CD-9FAD-2FDA5570A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773" y="1183731"/>
            <a:ext cx="3665615" cy="1795820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C2D7954F-CED5-E7F5-E42B-C6DCAF67F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68" y="3010832"/>
            <a:ext cx="7109509" cy="2045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940" noProof="0" dirty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lang="fr-FR" sz="2520" noProof="0"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1094575" y="4274010"/>
            <a:ext cx="2457980" cy="8151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i="1" noProof="0" dirty="0">
                <a:latin typeface="Montserrat"/>
                <a:ea typeface="Montserrat"/>
                <a:cs typeface="Montserrat"/>
                <a:sym typeface="Montserrat"/>
              </a:rPr>
              <a:t>Il y a 639 retours clients sur les livraisons</a:t>
            </a:r>
          </a:p>
        </p:txBody>
      </p:sp>
      <p:pic>
        <p:nvPicPr>
          <p:cNvPr id="3" name="Image 2" descr="Une image contenant texte, Police, ligne, nombre&#10;&#10;Le contenu généré par l’IA peut être incorrect.">
            <a:extLst>
              <a:ext uri="{FF2B5EF4-FFF2-40B4-BE49-F238E27FC236}">
                <a16:creationId xmlns:a16="http://schemas.microsoft.com/office/drawing/2014/main" id="{D189880F-ECC1-33F5-FE2D-A93594AA8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76" y="2248476"/>
            <a:ext cx="3459707" cy="183593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696CBF1-73C4-B3AF-FA00-6CDB90BEC506}"/>
              </a:ext>
            </a:extLst>
          </p:cNvPr>
          <p:cNvSpPr txBox="1"/>
          <p:nvPr/>
        </p:nvSpPr>
        <p:spPr>
          <a:xfrm>
            <a:off x="5444247" y="1602024"/>
            <a:ext cx="3041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Liste des notes clients</a:t>
            </a:r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2B3D1CB-A2AC-4030-290B-FE09C8CA0A03}"/>
              </a:ext>
            </a:extLst>
          </p:cNvPr>
          <p:cNvSpPr txBox="1"/>
          <p:nvPr/>
        </p:nvSpPr>
        <p:spPr>
          <a:xfrm>
            <a:off x="946150" y="1698625"/>
            <a:ext cx="3232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Retour sur la livraison</a:t>
            </a:r>
          </a:p>
        </p:txBody>
      </p:sp>
      <p:pic>
        <p:nvPicPr>
          <p:cNvPr id="7" name="Image 6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160839F7-EAD0-2DA5-7B53-E158772D3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54" y="2248476"/>
            <a:ext cx="3948141" cy="2495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A49470-69B9-4A44-E77F-74583EC4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25" y="535925"/>
            <a:ext cx="7688700" cy="535200"/>
          </a:xfrm>
        </p:spPr>
        <p:txBody>
          <a:bodyPr>
            <a:normAutofit fontScale="90000"/>
          </a:bodyPr>
          <a:lstStyle/>
          <a:p>
            <a:endParaRPr lang="fr-FR" noProof="0" dirty="0"/>
          </a:p>
        </p:txBody>
      </p:sp>
      <p:pic>
        <p:nvPicPr>
          <p:cNvPr id="5" name="Image 4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15256B00-4958-75DE-05B7-85F5E63D9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" y="1865302"/>
            <a:ext cx="3667152" cy="2924196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BB16721-5BD4-511E-D6DB-ACB30FD22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907" y="1911338"/>
            <a:ext cx="3128985" cy="308612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F69E8A3-0DBD-6434-AC7F-D3A64127FE1B}"/>
              </a:ext>
            </a:extLst>
          </p:cNvPr>
          <p:cNvSpPr txBox="1"/>
          <p:nvPr/>
        </p:nvSpPr>
        <p:spPr>
          <a:xfrm>
            <a:off x="0" y="1476163"/>
            <a:ext cx="4292600" cy="306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Moyenne pour chaque catégorie de produit</a:t>
            </a:r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D498BD0-1ADF-04E6-5E6D-38509203DB39}"/>
              </a:ext>
            </a:extLst>
          </p:cNvPr>
          <p:cNvSpPr txBox="1"/>
          <p:nvPr/>
        </p:nvSpPr>
        <p:spPr>
          <a:xfrm>
            <a:off x="5241925" y="1364095"/>
            <a:ext cx="395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Magasins avec les meilleures notes moyennes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53007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0DC760-E095-E44A-1B77-7E601CAA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543585"/>
            <a:ext cx="7688700" cy="535200"/>
          </a:xfrm>
        </p:spPr>
        <p:txBody>
          <a:bodyPr>
            <a:normAutofit fontScale="90000"/>
          </a:bodyPr>
          <a:lstStyle/>
          <a:p>
            <a:endParaRPr lang="fr-FR" noProof="0" dirty="0"/>
          </a:p>
        </p:txBody>
      </p:sp>
      <p:pic>
        <p:nvPicPr>
          <p:cNvPr id="9" name="Image 8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FA2B37FD-3A4F-B6C7-BBD1-2C0BB9CD9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67" y="1828465"/>
            <a:ext cx="3748115" cy="323852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E3446F2-CCFE-ED12-C2F9-05402A60DBD8}"/>
              </a:ext>
            </a:extLst>
          </p:cNvPr>
          <p:cNvSpPr txBox="1"/>
          <p:nvPr/>
        </p:nvSpPr>
        <p:spPr>
          <a:xfrm>
            <a:off x="379401" y="1566855"/>
            <a:ext cx="4376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Magasins qui ont plus de 12 feedbacks</a:t>
            </a:r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BEFC37-2CBD-BB40-12A5-0EDCBD16813C}"/>
              </a:ext>
            </a:extLst>
          </p:cNvPr>
          <p:cNvSpPr txBox="1"/>
          <p:nvPr/>
        </p:nvSpPr>
        <p:spPr>
          <a:xfrm>
            <a:off x="5232400" y="1566855"/>
            <a:ext cx="3532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Classement des départements</a:t>
            </a:r>
          </a:p>
          <a:p>
            <a:endParaRPr lang="fr-FR" noProof="0" dirty="0"/>
          </a:p>
        </p:txBody>
      </p: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1D6042C-9BA8-0EE5-8178-8B2899D2F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74" y="2303454"/>
            <a:ext cx="3432099" cy="259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4E345D-6EEC-4BDF-6EEE-45B54CA3B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485768"/>
            <a:ext cx="7688700" cy="535200"/>
          </a:xfrm>
        </p:spPr>
        <p:txBody>
          <a:bodyPr>
            <a:normAutofit fontScale="90000"/>
          </a:bodyPr>
          <a:lstStyle/>
          <a:p>
            <a:endParaRPr lang="fr-FR" noProof="0" dirty="0"/>
          </a:p>
        </p:txBody>
      </p:sp>
      <p:pic>
        <p:nvPicPr>
          <p:cNvPr id="7" name="Image 6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9C0F0732-35DE-2DEC-AE76-AC8EC6BE2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03" y="1976427"/>
            <a:ext cx="4119593" cy="2752745"/>
          </a:xfrm>
          <a:prstGeom prst="rect">
            <a:avLst/>
          </a:prstGeom>
        </p:spPr>
      </p:pic>
      <p:pic>
        <p:nvPicPr>
          <p:cNvPr id="9" name="Image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902F4DE-092A-E500-68D6-5C9FA939C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173" y="2809868"/>
            <a:ext cx="3914804" cy="184786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C94AF67-3041-CAA2-60A8-B8726C58C07D}"/>
              </a:ext>
            </a:extLst>
          </p:cNvPr>
          <p:cNvSpPr txBox="1"/>
          <p:nvPr/>
        </p:nvSpPr>
        <p:spPr>
          <a:xfrm>
            <a:off x="168275" y="1476375"/>
            <a:ext cx="405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Typologie du produit qui apporte le meilleur service après-vente</a:t>
            </a:r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B2F7E5-3E59-2B58-6853-50B7937B1EA2}"/>
              </a:ext>
            </a:extLst>
          </p:cNvPr>
          <p:cNvSpPr txBox="1"/>
          <p:nvPr/>
        </p:nvSpPr>
        <p:spPr>
          <a:xfrm>
            <a:off x="5191125" y="1685925"/>
            <a:ext cx="3641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Note moyenne sur les boissons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4237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13D42-0B49-1DAF-32B0-DDDB11E60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15929"/>
            <a:ext cx="7688700" cy="535200"/>
          </a:xfrm>
        </p:spPr>
        <p:txBody>
          <a:bodyPr>
            <a:normAutofit fontScale="90000"/>
          </a:bodyPr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B0CEEEE-8B0A-4303-6D6E-78EC196CBBB4}"/>
              </a:ext>
            </a:extLst>
          </p:cNvPr>
          <p:cNvSpPr txBox="1"/>
          <p:nvPr/>
        </p:nvSpPr>
        <p:spPr>
          <a:xfrm>
            <a:off x="301624" y="1396814"/>
            <a:ext cx="4273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Classement des jours de la semaine</a:t>
            </a:r>
            <a:endParaRPr lang="fr-FR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6DC69ED-D6BA-FDE7-0107-F046950806E5}"/>
              </a:ext>
            </a:extLst>
          </p:cNvPr>
          <p:cNvSpPr txBox="1"/>
          <p:nvPr/>
        </p:nvSpPr>
        <p:spPr>
          <a:xfrm>
            <a:off x="5476875" y="1482725"/>
            <a:ext cx="325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Mois avec le plus de retours clients</a:t>
            </a:r>
            <a:endParaRPr lang="fr-FR" noProof="0" dirty="0"/>
          </a:p>
        </p:txBody>
      </p:sp>
      <p:pic>
        <p:nvPicPr>
          <p:cNvPr id="11" name="Image 10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33B02785-D786-4134-CB41-E1783BBE9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60" y="1744335"/>
            <a:ext cx="3829078" cy="3067072"/>
          </a:xfrm>
          <a:prstGeom prst="rect">
            <a:avLst/>
          </a:prstGeom>
        </p:spPr>
      </p:pic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FCE6717-1596-5653-EB19-FAF2B8149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686" y="2120097"/>
            <a:ext cx="3662389" cy="254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8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78462E-F32E-BC07-19CD-80D69D77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fr-FR" noProof="0" dirty="0"/>
          </a:p>
        </p:txBody>
      </p:sp>
      <p:pic>
        <p:nvPicPr>
          <p:cNvPr id="5" name="Image 4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49F1329-F11B-2883-7243-DFD490CC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9750"/>
            <a:ext cx="5976981" cy="1800238"/>
          </a:xfrm>
          <a:prstGeom prst="rect">
            <a:avLst/>
          </a:prstGeom>
        </p:spPr>
      </p:pic>
      <p:pic>
        <p:nvPicPr>
          <p:cNvPr id="7" name="Image 6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43124F26-A750-A873-C9FD-70D31CFFA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813" y="728049"/>
            <a:ext cx="2541107" cy="397192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044C52F-49FD-7186-7C1D-6DEFD2B7B97E}"/>
              </a:ext>
            </a:extLst>
          </p:cNvPr>
          <p:cNvSpPr txBox="1"/>
          <p:nvPr/>
        </p:nvSpPr>
        <p:spPr>
          <a:xfrm>
            <a:off x="5429920" y="4699974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39 magasins en dessous de la moyenne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32E1FD-94AD-B80F-AA2F-BBF33394FFF7}"/>
              </a:ext>
            </a:extLst>
          </p:cNvPr>
          <p:cNvSpPr txBox="1"/>
          <p:nvPr/>
        </p:nvSpPr>
        <p:spPr>
          <a:xfrm>
            <a:off x="698500" y="2301677"/>
            <a:ext cx="4035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Pourcentage de recommandations client</a:t>
            </a:r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9AE20D-0BB2-09DF-3679-2B9553E05348}"/>
              </a:ext>
            </a:extLst>
          </p:cNvPr>
          <p:cNvSpPr txBox="1"/>
          <p:nvPr/>
        </p:nvSpPr>
        <p:spPr>
          <a:xfrm>
            <a:off x="6086475" y="244475"/>
            <a:ext cx="285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Magasins qui ont une note inférieure à la moyenne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3359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2FE21-40A7-7A55-B036-3F8AE4AB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00" y="154771"/>
            <a:ext cx="7688700" cy="535200"/>
          </a:xfrm>
        </p:spPr>
        <p:txBody>
          <a:bodyPr>
            <a:normAutofit fontScale="90000"/>
          </a:bodyPr>
          <a:lstStyle/>
          <a:p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55EC61-3FDA-4B5D-5A6B-CB36ED904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9DFE04-5AB1-93D1-31BE-3262B0E659FB}"/>
              </a:ext>
            </a:extLst>
          </p:cNvPr>
          <p:cNvSpPr txBox="1"/>
          <p:nvPr/>
        </p:nvSpPr>
        <p:spPr>
          <a:xfrm>
            <a:off x="1549400" y="803525"/>
            <a:ext cx="5813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Montserrat" panose="00000500000000000000" pitchFamily="2" charset="0"/>
              </a:rPr>
              <a:t>Typologie produits améliorant leur moyenne afficher </a:t>
            </a:r>
            <a:r>
              <a:rPr lang="fr-FR" noProof="0" dirty="0">
                <a:highlight>
                  <a:srgbClr val="FFFF00"/>
                </a:highlight>
                <a:latin typeface="Montserrat" panose="00000500000000000000" pitchFamily="2" charset="0"/>
              </a:rPr>
              <a:t>en pourcentage</a:t>
            </a:r>
          </a:p>
          <a:p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4DCC5D0-E9FD-7369-5C79-610CADFE63F2}"/>
              </a:ext>
            </a:extLst>
          </p:cNvPr>
          <p:cNvSpPr txBox="1"/>
          <p:nvPr/>
        </p:nvSpPr>
        <p:spPr>
          <a:xfrm>
            <a:off x="600839" y="4757207"/>
            <a:ext cx="535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noProof="0" dirty="0"/>
          </a:p>
        </p:txBody>
      </p:sp>
      <p:pic>
        <p:nvPicPr>
          <p:cNvPr id="8" name="Image 7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C666B6D7-A3D6-15DE-A2CA-B830BCA6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01" y="1674059"/>
            <a:ext cx="8186797" cy="34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43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1B32B-4003-EC72-81CD-2C182DEF1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25" y="1314306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Net </a:t>
            </a:r>
            <a:r>
              <a:rPr lang="fr-FR" noProof="0" dirty="0" err="1"/>
              <a:t>Promoter</a:t>
            </a:r>
            <a:r>
              <a:rPr lang="fr-FR" noProof="0" dirty="0"/>
              <a:t> Score</a:t>
            </a:r>
            <a:br>
              <a:rPr lang="fr-FR" noProof="0" dirty="0"/>
            </a:br>
            <a:endParaRPr lang="fr-FR" noProof="0" dirty="0"/>
          </a:p>
        </p:txBody>
      </p:sp>
      <p:pic>
        <p:nvPicPr>
          <p:cNvPr id="8" name="Image 7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9083C673-C001-21B0-E478-7AA7B1D98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49" y="506949"/>
            <a:ext cx="4834753" cy="2064801"/>
          </a:xfrm>
          <a:prstGeom prst="rect">
            <a:avLst/>
          </a:prstGeom>
        </p:spPr>
      </p:pic>
      <p:pic>
        <p:nvPicPr>
          <p:cNvPr id="10" name="Image 9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39F82604-0285-1B8E-84EF-424E31B44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49" y="2656863"/>
            <a:ext cx="4977628" cy="223122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E1FF0E3-51C5-D900-C4AE-939836F87161}"/>
              </a:ext>
            </a:extLst>
          </p:cNvPr>
          <p:cNvSpPr txBox="1"/>
          <p:nvPr/>
        </p:nvSpPr>
        <p:spPr>
          <a:xfrm>
            <a:off x="295275" y="2216150"/>
            <a:ext cx="330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Le Net Promoter Score (NPS) mesure si les clients recommanderaient un produit, sur une échelle de 0 à 10. Il se calcule en faisant % de clients satisfaits (notes 9-10) moins % de clients insatisfaits (notes 0-6).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2742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A1B2F-EEE8-86A1-9BC3-81498A1F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375" y="43300"/>
            <a:ext cx="7688700" cy="535200"/>
          </a:xfrm>
        </p:spPr>
        <p:txBody>
          <a:bodyPr>
            <a:normAutofit fontScale="90000"/>
          </a:bodyPr>
          <a:lstStyle/>
          <a:p>
            <a:endParaRPr lang="fr-FR" noProof="0" dirty="0"/>
          </a:p>
        </p:txBody>
      </p:sp>
      <p:pic>
        <p:nvPicPr>
          <p:cNvPr id="5" name="Image 4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5C60A9A5-4500-7580-5DF0-9F24D59C5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69" y="2436147"/>
            <a:ext cx="3671914" cy="2128853"/>
          </a:xfrm>
          <a:prstGeom prst="rect">
            <a:avLst/>
          </a:prstGeom>
        </p:spPr>
      </p:pic>
      <p:pic>
        <p:nvPicPr>
          <p:cNvPr id="7" name="Image 6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3C24D870-214B-23EA-071A-A516950D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50" y="2436147"/>
            <a:ext cx="3710015" cy="261939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C131271-51EC-A02C-AD4A-0DF17EA76451}"/>
              </a:ext>
            </a:extLst>
          </p:cNvPr>
          <p:cNvSpPr txBox="1"/>
          <p:nvPr/>
        </p:nvSpPr>
        <p:spPr>
          <a:xfrm>
            <a:off x="5499100" y="2011611"/>
            <a:ext cx="3622675" cy="313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Retours clients par source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E6D0681-20E1-2C17-112E-CA91E6B4CD03}"/>
              </a:ext>
            </a:extLst>
          </p:cNvPr>
          <p:cNvSpPr txBox="1"/>
          <p:nvPr/>
        </p:nvSpPr>
        <p:spPr>
          <a:xfrm>
            <a:off x="996950" y="2014286"/>
            <a:ext cx="326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5 magasins avec le plus de feedbacks</a:t>
            </a:r>
          </a:p>
        </p:txBody>
      </p:sp>
    </p:spTree>
    <p:extLst>
      <p:ext uri="{BB962C8B-B14F-4D97-AF65-F5344CB8AC3E}">
        <p14:creationId xmlns:p14="http://schemas.microsoft.com/office/powerpoint/2010/main" val="1778595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214105" y="416203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300" noProof="0" dirty="0">
                <a:latin typeface="Montserrat"/>
                <a:ea typeface="Montserrat"/>
                <a:cs typeface="Montserrat"/>
                <a:sym typeface="Montserrat"/>
              </a:rPr>
              <a:t>5)  Cohérence des données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36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36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/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74C9F96-A578-A7C2-4FFD-939FB7A1F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1" y="931550"/>
            <a:ext cx="2027636" cy="118118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E3A092A-4F96-9613-A715-CB25B05A0CBC}"/>
              </a:ext>
            </a:extLst>
          </p:cNvPr>
          <p:cNvSpPr txBox="1"/>
          <p:nvPr/>
        </p:nvSpPr>
        <p:spPr>
          <a:xfrm>
            <a:off x="88901" y="1503700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 dirty="0"/>
              <a:t>Présence des clés étrangères dans la table </a:t>
            </a:r>
            <a:r>
              <a:rPr lang="fr-FR" sz="1200" noProof="0" dirty="0" err="1"/>
              <a:t>retour_client</a:t>
            </a:r>
            <a:endParaRPr lang="fr-FR" sz="1200" noProof="0" dirty="0"/>
          </a:p>
        </p:txBody>
      </p:sp>
      <p:pic>
        <p:nvPicPr>
          <p:cNvPr id="6" name="Image 5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B88370D3-857A-5178-DA12-4F463929C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900" y="555840"/>
            <a:ext cx="2386525" cy="1393150"/>
          </a:xfrm>
          <a:prstGeom prst="rect">
            <a:avLst/>
          </a:prstGeom>
        </p:spPr>
      </p:pic>
      <p:pic>
        <p:nvPicPr>
          <p:cNvPr id="8" name="Image 7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E3F3C95C-D30C-2B70-B0F8-C4C827391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743" y="1948990"/>
            <a:ext cx="2346838" cy="1481590"/>
          </a:xfrm>
          <a:prstGeom prst="rect">
            <a:avLst/>
          </a:prstGeom>
        </p:spPr>
      </p:pic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6BA844C-8039-40D5-5C64-6AA672883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899" y="3362363"/>
            <a:ext cx="2366682" cy="136040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A380761-460F-8BE5-1529-20B5D951947A}"/>
              </a:ext>
            </a:extLst>
          </p:cNvPr>
          <p:cNvSpPr txBox="1"/>
          <p:nvPr/>
        </p:nvSpPr>
        <p:spPr>
          <a:xfrm>
            <a:off x="5870575" y="4690064"/>
            <a:ext cx="370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Absence de doublons dans les tables</a:t>
            </a:r>
          </a:p>
        </p:txBody>
      </p:sp>
      <p:pic>
        <p:nvPicPr>
          <p:cNvPr id="13" name="Image 12" descr="Une image contenant texte, lign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BEE070-77F4-0F9E-D363-AF0615134A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4192097"/>
            <a:ext cx="3233760" cy="951403"/>
          </a:xfrm>
          <a:prstGeom prst="rect">
            <a:avLst/>
          </a:prstGeom>
        </p:spPr>
      </p:pic>
      <p:pic>
        <p:nvPicPr>
          <p:cNvPr id="15" name="Image 14" descr="Une image contenant texte, Police, logiciel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309F06F-6D69-5598-A379-899917E4E1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1575" y="3240694"/>
            <a:ext cx="3233760" cy="951403"/>
          </a:xfrm>
          <a:prstGeom prst="rect">
            <a:avLst/>
          </a:prstGeom>
        </p:spPr>
      </p:pic>
      <p:pic>
        <p:nvPicPr>
          <p:cNvPr id="17" name="Image 16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B46B45B3-9B79-8BBE-26E8-177CB1457B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8314" y="2136713"/>
            <a:ext cx="1497021" cy="1103981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7C2392AC-3610-E37B-36F2-89074701D967}"/>
              </a:ext>
            </a:extLst>
          </p:cNvPr>
          <p:cNvSpPr txBox="1"/>
          <p:nvPr/>
        </p:nvSpPr>
        <p:spPr>
          <a:xfrm>
            <a:off x="410135" y="3362363"/>
            <a:ext cx="19464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Pas de colonnes avec des valeurs nulles dans les 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8E82F9-44AB-01F8-0DC0-D8D37145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C22876-4204-AFD0-75A0-4F7B252E3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bien pris connaissance de l’ensemble des documents (fichier SQL, schéma de la base, dictionnaire de données, checklist des questions et documentation NPS). La base de données a été chargée avec succès dans notre outil, et la structure semble cohérente avec les besoins exprimés. À ce stade, nous disposons de toutes les données nécessaires pour répondre aux questions d’Olivier, notamment celles liées à la satisfaction client et au calcul du NPS. Nous attendons la réunion à venir pour valider ensemble la compréhension du besoin avant d'entamer les analyses.</a:t>
            </a:r>
          </a:p>
        </p:txBody>
      </p:sp>
    </p:spTree>
    <p:extLst>
      <p:ext uri="{BB962C8B-B14F-4D97-AF65-F5344CB8AC3E}">
        <p14:creationId xmlns:p14="http://schemas.microsoft.com/office/powerpoint/2010/main" val="1629435718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10308</TotalTime>
  <Words>638</Words>
  <Application>Microsoft Office PowerPoint</Application>
  <PresentationFormat>Affichage à l'écran (16:9)</PresentationFormat>
  <Paragraphs>61</Paragraphs>
  <Slides>16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Montserrat</vt:lpstr>
      <vt:lpstr>Arial</vt:lpstr>
      <vt:lpstr>Lato</vt:lpstr>
      <vt:lpstr>Raleway</vt:lpstr>
      <vt:lpstr>Streamline</vt:lpstr>
      <vt:lpstr>Présentation PowerPoint</vt:lpstr>
      <vt:lpstr>Contexte du projet </vt:lpstr>
      <vt:lpstr>Expression du besoin du projet</vt:lpstr>
      <vt:lpstr>2)  Sauvegarde et stockage de la BDD </vt:lpstr>
      <vt:lpstr>3)  Méthodologie suivie    </vt:lpstr>
      <vt:lpstr>4)  Requêtes SQL et Analyses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Net Promoter Score </vt:lpstr>
      <vt:lpstr>Présentation PowerPoint</vt:lpstr>
      <vt:lpstr>5)  Cohérence des données  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 Lawson</cp:lastModifiedBy>
  <cp:revision>1</cp:revision>
  <dcterms:modified xsi:type="dcterms:W3CDTF">2025-05-09T16:40:31Z</dcterms:modified>
</cp:coreProperties>
</file>